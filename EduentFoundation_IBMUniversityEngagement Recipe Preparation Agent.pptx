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83" r:id="rId3"/>
    <p:sldId id="257" r:id="rId4"/>
    <p:sldId id="282" r:id="rId6"/>
    <p:sldId id="284" r:id="rId7"/>
    <p:sldId id="285" r:id="rId8"/>
    <p:sldId id="281" r:id="rId9"/>
    <p:sldId id="279" r:id="rId10"/>
    <p:sldId id="262" r:id="rId11"/>
    <p:sldId id="264" r:id="rId12"/>
    <p:sldId id="278" r:id="rId13"/>
    <p:sldId id="286" r:id="rId14"/>
    <p:sldId id="277" r:id="rId15"/>
    <p:sldId id="280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dirty="0"/>
                        <a:t>BHARGAVI BHONAGIRI</a:t>
                      </a:r>
                      <a:endParaRPr lang="en-US" alt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dirty="0"/>
                        <a:t>bhargavibhonagiri5@gmail.com</a:t>
                      </a:r>
                      <a:endParaRPr lang="en-US" alt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dirty="0"/>
                        <a:t>92472 48626</a:t>
                      </a:r>
                      <a:endParaRPr lang="en-US" altLang="en-US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1460724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altLang="en-US" sz="2400" b="1" dirty="0">
                <a:highlight>
                  <a:srgbClr val="FFFF00"/>
                </a:highlight>
              </a:rPr>
              <a:t>Food &amp; Nutrition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162" y="551965"/>
            <a:ext cx="9581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altLang="en-US" sz="2400" b="1" dirty="0">
                <a:highlight>
                  <a:srgbClr val="FFFF00"/>
                </a:highlight>
              </a:rPr>
              <a:t>Recipe Preparation Agent</a:t>
            </a:r>
            <a:endParaRPr lang="en-US" altLang="en-US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6880" y="3655695"/>
            <a:ext cx="831215" cy="969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en-US" b="1" dirty="0"/>
              <a:t>Problem Statement: Recipe Preparation Agent</a:t>
            </a:r>
            <a:endParaRPr lang="en-US" altLang="en-US" b="1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b="1" dirty="0"/>
              <a:t>The Challenge</a:t>
            </a:r>
            <a:endParaRPr lang="en-US" altLang="en-US" b="1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dirty="0"/>
              <a:t>Many individuals face difficulty in deciding what meals to prepare using the ingredients available in their kitchen. Searching for recipes across multiple sources is often time-consuming and may require additional ingredients that are not readily available. This can lead to food waste, increased expenses, and inefficient meal planning. Users need a smart solution that can utilize available ingredients effectively and provide practical cooking guidance.</a:t>
            </a:r>
            <a:endParaRPr lang="en-US" altLang="en-US" dirty="0"/>
          </a:p>
          <a:p>
            <a:pPr fontAlgn="base"/>
            <a:endParaRPr lang="en-US" altLang="en-US" dirty="0"/>
          </a:p>
          <a:p>
            <a:pPr fontAlgn="base"/>
            <a:r>
              <a:rPr lang="en-US" altLang="en-US" b="1" dirty="0"/>
              <a:t>The Objective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• Develop an AI-powered Recipe Preparation Agent that generates recipes using available ingredients provided by the user.</a:t>
            </a:r>
            <a:endParaRPr lang="en-US" altLang="en-US" dirty="0"/>
          </a:p>
          <a:p>
            <a:pPr fontAlgn="base"/>
            <a:r>
              <a:rPr lang="en-US" altLang="en-US" dirty="0"/>
              <a:t>• Provide personalized recipe suggestions based on ingredient availability and cooking requirements.</a:t>
            </a:r>
            <a:endParaRPr lang="en-US" altLang="en-US" dirty="0"/>
          </a:p>
          <a:p>
            <a:pPr fontAlgn="base"/>
            <a:r>
              <a:rPr lang="en-US" altLang="en-US" dirty="0"/>
              <a:t>• Generate clear step-by-step cooking instructions for easy meal preparation.</a:t>
            </a:r>
            <a:endParaRPr lang="en-US" altLang="en-US" dirty="0"/>
          </a:p>
          <a:p>
            <a:pPr fontAlgn="base"/>
            <a:r>
              <a:rPr lang="en-US" altLang="en-US" dirty="0"/>
              <a:t>• Recommend suitable ingredient substitutions when certain ingredients are unavailable.</a:t>
            </a:r>
            <a:endParaRPr lang="en-US" altLang="en-US" dirty="0"/>
          </a:p>
          <a:p>
            <a:pPr fontAlgn="base"/>
            <a:r>
              <a:rPr lang="en-US" altLang="en-US" dirty="0"/>
              <a:t>• Offer cooking tips and dietary recommendations based on user preferences or restrictions.</a:t>
            </a:r>
            <a:endParaRPr lang="en-US" altLang="en-US" dirty="0"/>
          </a:p>
          <a:p>
            <a:pPr fontAlgn="base"/>
            <a:r>
              <a:rPr lang="en-US" altLang="en-US" dirty="0"/>
              <a:t>• Reduce food waste by maximizing the use of available groceries and pantry items.</a:t>
            </a:r>
            <a:endParaRPr lang="en-US" altLang="en-US" dirty="0"/>
          </a:p>
          <a:p>
            <a:pPr fontAlgn="base"/>
            <a:r>
              <a:rPr lang="en-US" altLang="en-US" dirty="0"/>
              <a:t>• Save time and simplify meal planning through intelligent recipe recommendations.</a:t>
            </a:r>
            <a:endParaRPr lang="en-US" altLang="en-US" dirty="0"/>
          </a:p>
          <a:p>
            <a:pPr fontAlgn="base"/>
            <a:r>
              <a:rPr lang="en-US" altLang="en-US" dirty="0"/>
              <a:t>• Utilize IBM watsonx.ai, Langflow, and Generative AI technologies to create a smart and user-friendly cooking assistant.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1165753"/>
            <a:ext cx="106070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</a:t>
            </a:r>
            <a:endParaRPr lang="en-IN" dirty="0"/>
          </a:p>
          <a:p>
            <a:pPr fontAlgn="base"/>
            <a:endParaRPr lang="en-IN" dirty="0"/>
          </a:p>
          <a:p>
            <a:pPr fontAlgn="base"/>
            <a:r>
              <a:rPr lang="en-IN" dirty="0"/>
              <a:t>I used </a:t>
            </a:r>
            <a:endParaRPr lang="en-US" altLang="en-US" dirty="0">
              <a:highlight>
                <a:srgbClr val="FFFF00"/>
              </a:highlight>
            </a:endParaRPr>
          </a:p>
          <a:p>
            <a:pPr fontAlgn="base"/>
            <a:r>
              <a:rPr lang="en-US" altLang="en-US" dirty="0">
                <a:highlight>
                  <a:srgbClr val="FFFF00"/>
                </a:highlight>
              </a:rPr>
              <a:t>• Langflow + IBM watsonx.ai + Meta Llama 3.3 70B Instruct</a:t>
            </a:r>
            <a:endParaRPr lang="en-US" altLang="en-US" dirty="0">
              <a:highlight>
                <a:srgbClr val="FFFF00"/>
              </a:highlight>
            </a:endParaRPr>
          </a:p>
          <a:p>
            <a:pPr fontAlgn="base"/>
            <a:r>
              <a:rPr lang="en-US" altLang="en-US" dirty="0">
                <a:highlight>
                  <a:srgbClr val="FFFF00"/>
                </a:highlight>
              </a:rPr>
              <a:t>• IBM Cloud Lite + Generative AI</a:t>
            </a:r>
            <a:endParaRPr lang="en-US" altLang="en-US" dirty="0">
              <a:highlight>
                <a:srgbClr val="FFFF00"/>
              </a:highlight>
            </a:endParaRPr>
          </a:p>
          <a:p>
            <a:pPr fontAlgn="base"/>
            <a:r>
              <a:rPr lang="en-US" altLang="en-US" dirty="0">
                <a:highlight>
                  <a:srgbClr val="FFFF00"/>
                </a:highlight>
              </a:rPr>
              <a:t>• Prompt Engineering + Natural Language Processing (NLP)</a:t>
            </a:r>
            <a:r>
              <a:rPr lang="en-IN" dirty="0">
                <a:highlight>
                  <a:srgbClr val="FFFF00"/>
                </a:highlight>
              </a:rPr>
              <a:t> </a:t>
            </a:r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US" altLang="en-US" b="1" dirty="0">
                <a:sym typeface="+mn-ea"/>
              </a:rPr>
              <a:t>Recipe Preparation Agent</a:t>
            </a:r>
            <a:endParaRPr lang="en-US" altLang="en-US" b="1" dirty="0"/>
          </a:p>
          <a:p>
            <a:endParaRPr lang="en-US" b="1" dirty="0"/>
          </a:p>
          <a:p>
            <a:r>
              <a:rPr lang="en-US" altLang="en-US" dirty="0"/>
              <a:t>• Develop an AI-powered </a:t>
            </a:r>
            <a:r>
              <a:rPr lang="en-US" altLang="en-US" b="1" dirty="0"/>
              <a:t>Recipe Preparation Agent</a:t>
            </a:r>
            <a:r>
              <a:rPr lang="en-US" altLang="en-US" dirty="0"/>
              <a:t> that enables users to generate recipes using the ingredients available in their kitchen.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Allow users to enter available ingredients through a simple and interactive </a:t>
            </a:r>
            <a:r>
              <a:rPr lang="en-US" altLang="en-US" b="1" dirty="0"/>
              <a:t>Langflow-based interface</a:t>
            </a:r>
            <a:r>
              <a:rPr lang="en-US" altLang="en-US" dirty="0"/>
              <a:t>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Utilize </a:t>
            </a:r>
            <a:r>
              <a:rPr lang="en-US" altLang="en-US" b="1" dirty="0"/>
              <a:t>IBM watsonx.ai</a:t>
            </a:r>
            <a:r>
              <a:rPr lang="en-US" altLang="en-US" dirty="0"/>
              <a:t> and the</a:t>
            </a:r>
            <a:r>
              <a:rPr lang="en-US" altLang="en-US" b="1" dirty="0"/>
              <a:t> Meta Llama 3.3 70B Instruct</a:t>
            </a:r>
            <a:r>
              <a:rPr lang="en-US" altLang="en-US" dirty="0"/>
              <a:t> model</a:t>
            </a:r>
            <a:r>
              <a:rPr lang="en-US" altLang="en-US" b="1" dirty="0"/>
              <a:t> </a:t>
            </a:r>
            <a:r>
              <a:rPr lang="en-US" altLang="en-US" dirty="0"/>
              <a:t>to analyze user inputs and generate personalized recipe recommendations.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Generate complete recipe details, including recipe name, preparation time, ingredients used, and step-by-step cooking instructions.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Provide intelligent ingredient substitution suggestions when certain ingredients are unavailable.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Offer cooking tips and dietary recommendations to improve the overall cooking experience.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Help users reduce food waste by maximizing the utilization of available groceries and pantry items.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• Deliver a fast, user-friendly, and efficient cooking assistant that simplifies meal planning and preparation using </a:t>
            </a:r>
            <a:r>
              <a:rPr lang="en-US" altLang="en-US" b="1" dirty="0"/>
              <a:t>Generative AI </a:t>
            </a:r>
            <a:r>
              <a:rPr lang="en-US" altLang="en-US" dirty="0"/>
              <a:t>technologies.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component Used -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822" y="863187"/>
            <a:ext cx="8823960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altLang="en-US" b="1" dirty="0"/>
              <a:t>1) Chat Input –</a:t>
            </a:r>
            <a:r>
              <a:rPr lang="en-US" altLang="en-US" dirty="0"/>
              <a:t> Interface where users enter available ingredients to generate personalized recipe recommendations.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2) IBM watsonx AI Agent –</a:t>
            </a:r>
            <a:r>
              <a:rPr lang="en-US" altLang="en-US" dirty="0"/>
              <a:t> Processes user-provided ingredients using a Large Language Model and generates recipes, cooking instructions, ingredient substitutions, and dietary suggestions.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3) Name of IBM Foundation Model – </a:t>
            </a:r>
            <a:r>
              <a:rPr lang="en-US" altLang="en-US" dirty="0"/>
              <a:t>Meta Llama 3.3 70B Instruct → Used for intelligent recipe generation, cooking guidance, and personalized meal recommendations.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4) Chat Output –</a:t>
            </a:r>
            <a:r>
              <a:rPr lang="en-US" altLang="en-US" dirty="0"/>
              <a:t> Displays AI-generated recipe details, including recipe name, preparation time, ingredients used, step-by-step cooking instructions, substitutions, and cooking tips.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5) File Component – </a:t>
            </a:r>
            <a:r>
              <a:rPr lang="en-US" altLang="en-US" dirty="0"/>
              <a:t>Not used in the current implementation. (Can be used in future enhancements for recipe datasets and RAG-based knowledge retrieval.)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6) Prompt Template –</a:t>
            </a:r>
            <a:r>
              <a:rPr lang="en-US" altLang="en-US" dirty="0"/>
              <a:t> Converts user ingredient inputs into structured prompts that guide the AI model to generate detailed and accurate recipe recommendations.</a:t>
            </a: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 err="1">
                <a:sym typeface="Times New Roman" panose="02020603050405020304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dirty="0">
                <a:sym typeface="Times New Roman" panose="02020603050405020304"/>
              </a:rPr>
              <a:t>workflow -</a:t>
            </a:r>
            <a:endParaRPr sz="2400" b="1" dirty="0">
              <a:sym typeface="Times New Roman" panose="020206030504050203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368425"/>
            <a:ext cx="10160000" cy="4121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820" y="1682750"/>
            <a:ext cx="9078595" cy="3910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Role of </a:t>
            </a:r>
            <a:r>
              <a:rPr lang="en-US" altLang="en-US" b="1" dirty="0">
                <a:sym typeface="+mn-ea"/>
              </a:rPr>
              <a:t> Recipe Preparation Agent</a:t>
            </a:r>
            <a:endParaRPr lang="en-US" altLang="en-US" b="1" dirty="0"/>
          </a:p>
          <a:p>
            <a:pPr fontAlgn="base"/>
            <a:endParaRPr lang="en-US" b="1" dirty="0"/>
          </a:p>
          <a:p>
            <a:r>
              <a:rPr lang="en-US" altLang="en-US" dirty="0"/>
              <a:t>The Recipe Preparation Agent is powered by Generative AI using IBM watsonx.ai and Meta Llama 3.3 70B Instruct model. The AI acts as a single intelligent agent that autonomously understands user-provided ingredients and generates personalized recipe recommendations.</a:t>
            </a:r>
            <a:endParaRPr lang="en-US" altLang="en-US" dirty="0"/>
          </a:p>
          <a:p>
            <a:r>
              <a:rPr lang="en-US" altLang="en-US" dirty="0"/>
              <a:t>The agent handles the complete cooking assistance task — analyzing ingredients, generating recipes, providing step-by-step instructions, suggesting substitutions, and offering dietary tips — all through intelligent prompt engineering.</a:t>
            </a:r>
            <a:endParaRPr lang="en-US" altLang="en-US" dirty="0"/>
          </a:p>
          <a:p>
            <a:r>
              <a:rPr lang="en-US" altLang="en-US" dirty="0"/>
              <a:t>As a future enhancement, a full multi-agent system can be implemented with specialized agents for recipe retrieval, ingredient substitution, and nutritional guidance.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Langflow – </a:t>
            </a:r>
            <a:r>
              <a:rPr lang="en-US" altLang="en-US" dirty="0"/>
              <a:t>For designing and building the Recipe Preparation Agent workflow visually. Used to connect Chat Input, Prompt Template, IBM watsonx.ai, and Chat Output components in a no-code/low-code environment.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watsonx.ai –</a:t>
            </a:r>
            <a:r>
              <a:rPr lang="en-US" altLang="en-US" dirty="0"/>
              <a:t> Core AI platform used for model deployment and recipe generation. Processes structured prompts and communicates with the foundation model to deliver intelligent responses.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Meta Llama 3.3 70B Instruct –</a:t>
            </a:r>
            <a:r>
              <a:rPr lang="en-US" altLang="en-US" dirty="0"/>
              <a:t> Large Language Model (LLM) used for natural language understanding and recipe generation. Analyzes user-provided ingredients and generates personalized recipes, substitutions, cooking instructions, and dietary suggestions.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IBM Cloud Lite –</a:t>
            </a:r>
            <a:r>
              <a:rPr lang="en-US" altLang="en-US" dirty="0"/>
              <a:t> Provides the cloud infrastructure to access IBM watsonx.ai services securely. Enables reliable and scalable deployment of the Recipe Preparation Agent.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Prompt Engineering – </a:t>
            </a:r>
            <a:r>
              <a:rPr lang="en-US" altLang="en-US" dirty="0"/>
              <a:t>Used to structure user ingredient inputs into detailed prompts that guide the AI model to generate accurate and complete recipe recommendations.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/>
              <a:t>Generative AI –</a:t>
            </a:r>
            <a:r>
              <a:rPr lang="en-US" altLang="en-US" dirty="0"/>
              <a:t> The core technology powering the agent to autonomously generate context-aware, personalized recipe content based on available ingredients.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The Recipe Preparation Agent stands out by combining Generative AI, Prompt Engineering, and intelligent cooking assistance into a single, user-friendly system.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b="1" dirty="0"/>
              <a:t>Ingredient-First Approach –</a:t>
            </a:r>
            <a:r>
              <a:rPr lang="en-US" altLang="en-US" dirty="0"/>
              <a:t> Unlike traditional recipe apps that require users to search by dish name, this agent works in reverse — users provide available ingredients and the AI generates suitable recipes automatically.</a:t>
            </a:r>
            <a:endParaRPr lang="en-US" altLang="en-US" dirty="0"/>
          </a:p>
          <a:p>
            <a:r>
              <a:rPr lang="en-US" altLang="en-US" b="1" dirty="0"/>
              <a:t>Zero Food Waste Focus –</a:t>
            </a:r>
            <a:r>
              <a:rPr lang="en-US" altLang="en-US" dirty="0"/>
              <a:t> Uniquely designed to maximize utilization of existing pantry items, helping users cook practical meals without buying extra groceries.</a:t>
            </a:r>
            <a:endParaRPr lang="en-US" altLang="en-US" dirty="0"/>
          </a:p>
          <a:p>
            <a:r>
              <a:rPr lang="en-US" altLang="en-US" b="1" dirty="0"/>
              <a:t>All-in-One Cooking Assistant –</a:t>
            </a:r>
            <a:r>
              <a:rPr lang="en-US" altLang="en-US" dirty="0"/>
              <a:t> Goes beyond simple recipe suggestions by providing step-by-step cooking instructions, ingredient substitutions, cooking tips, and dietary adjustments in a single response.</a:t>
            </a:r>
            <a:endParaRPr lang="en-US" altLang="en-US" dirty="0"/>
          </a:p>
          <a:p>
            <a:r>
              <a:rPr lang="en-US" altLang="en-US" b="1" dirty="0"/>
              <a:t>Intelligent Substitution Engine –</a:t>
            </a:r>
            <a:r>
              <a:rPr lang="en-US" altLang="en-US" dirty="0"/>
              <a:t> Automatically suggests alternative ingredients when certain items are unavailable, making recipes flexible and practical.</a:t>
            </a:r>
            <a:endParaRPr lang="en-US" altLang="en-US" dirty="0"/>
          </a:p>
          <a:p>
            <a:r>
              <a:rPr lang="en-US" altLang="en-US" b="1" dirty="0"/>
              <a:t>Prompt Engineering Driven –</a:t>
            </a:r>
            <a:r>
              <a:rPr lang="en-US" altLang="en-US" dirty="0"/>
              <a:t> Uses carefully structured prompts to guide the AI model to generate complete, accurate, and personalized recipe content every time.</a:t>
            </a:r>
            <a:endParaRPr lang="en-US" altLang="en-US" dirty="0"/>
          </a:p>
          <a:p>
            <a:r>
              <a:rPr lang="en-US" altLang="en-US" b="1" dirty="0"/>
              <a:t>Built on Enterprise-Grade AI –</a:t>
            </a:r>
            <a:r>
              <a:rPr lang="en-US" altLang="en-US" dirty="0"/>
              <a:t> Powered by IBM watsonx.ai and Meta Llama 3.3 70B Instruct, ensuring reliable, scalable, and high-quality recipe generation.</a:t>
            </a:r>
            <a:endParaRPr lang="en-US" altLang="en-US" dirty="0"/>
          </a:p>
          <a:p>
            <a:r>
              <a:rPr lang="en-US" altLang="en-US" b="1" dirty="0"/>
              <a:t>Accessible to Everyone –</a:t>
            </a:r>
            <a:r>
              <a:rPr lang="en-US" altLang="en-US" dirty="0"/>
              <a:t> Simple ingredient input interface makes it usable by beginners and experienced cooks alike, requiring no technical knowledge.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This makes the solution a smart, practical, and sustainable digital chef — not just a static recipe search tool.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Git Hub Link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50" dirty="0" err="1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URL –</a:t>
            </a:r>
            <a:b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alt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https://github.com/bhargavi-22-b/Recipe-Preparation-Agent</a:t>
            </a:r>
            <a:endParaRPr lang="en-US" altLang="en-US" sz="185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lnSpc>
                <a:spcPct val="162000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 dirty="0">
                <a:sym typeface="Times New Roman" panose="02020603050405020304"/>
              </a:rPr>
              <a:t>Future Scope </a:t>
            </a:r>
            <a:endParaRPr sz="24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1. RAG-Based Recipe Knowledge Retrieval –</a:t>
            </a:r>
            <a:endParaRPr lang="en-US" altLang="en-US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Integrate a recipe knowledge base using Retrieval-Augmented Generation (RAG) so the agent can fetch real recipes from a database instead of generating from scratch. This will improve accuracy and provide more reliable, tested recipes to users.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2. Multi-Agent System Implementation –</a:t>
            </a:r>
            <a:endParaRPr lang="en-US" altLang="en-US" b="1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Expand the current single-agent system into multiple specialized agents — a Recipe Knowledge Agent, Ingredient Substitution Agent, and Cooking Guidance Agent — working collaboratively to deliver more accurate and comprehensive cooking assistance.</a:t>
            </a:r>
            <a:endParaRPr lang="en-US" altLang="en-US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59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7865</Words>
  <Application>WPS Presentation</Application>
  <PresentationFormat>Widescreen</PresentationFormat>
  <Paragraphs>151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Bhonagiri Bhargavi</cp:lastModifiedBy>
  <cp:revision>30</cp:revision>
  <dcterms:created xsi:type="dcterms:W3CDTF">2025-07-08T05:06:00Z</dcterms:created>
  <dcterms:modified xsi:type="dcterms:W3CDTF">2026-06-05T07:10:00Z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D51659DABAAD458CA655E9E4886A5C1B_13</vt:lpwstr>
  </property>
  <property fmtid="{D5CDD505-2E9C-101B-9397-08002B2CF9AE}" pid="3" name="KSOProductBuildVer">
    <vt:lpwstr>1033-12.1.0.26372</vt:lpwstr>
  </property>
</Properties>
</file>